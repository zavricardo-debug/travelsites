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2438340" cy="3200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38339" y="5120640"/>
            <a:ext cx="24383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6678" y="5120640"/>
            <a:ext cx="2438340" cy="320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017" y="5120640"/>
            <a:ext cx="24383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53356" y="5120640"/>
            <a:ext cx="24383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PROPOSTA À JUNTA DE FREGUESIA DE ALVALADE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Alvalade Colorida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Dar cor e visibilidade às ruas Marquês de Alorna, Acácio Paiva, José de Esaguy e José Duro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48FB6"/>
                </a:solidFill>
                <a:latin typeface="Calibri"/>
              </a:rPr>
              <a:t>Comércio local · Montras abertas · Ruas que se veem da Av. da Igreja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Quem passa na Av. da Igreja não sabe o que existe ali ao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As ruas transversais à Av. da Igreja têm comércio, mas são invisíveis para quem circula.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Não há nada que convide a entrar: fachadas discretas, sem identidade comum.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O comércio de bairro depende de quem já conhece a loja, não de quem passa.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Resultado: lojas com pouca procura e uma rua que parece ‘de passagem’.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828800"/>
            <a:ext cx="420624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Objetivo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Transformar quatro ruas num percurso reconhecível, com cor, montras e lojas abertas, que se note a partir da Av. da Igreja.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inspiração que já funciona: a Rua Cor de Rosa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120640" cy="42062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Rua Nova do Carvalho, Cais do Sodré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Pintada de rosa, tornou-se um dos pontos mais fotografados de Lisboa e atrai visitantes e esplanadas para uma rua antes pouco procurada.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é o gancho: quem passa pergunta ‘o que é aquilo?’ e entra.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Cada rua fica com uma identidade própria, sem perder ligação às outras.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funciona como sinal de orientação e de destino a visitar.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adaptação para Alvalade: quatro cores, uma por rua, num único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Conceito: uma cor por rua, um percurso só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697480" cy="1463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Azul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Marquês de Alorna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Moda e acessórios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28800"/>
            <a:ext cx="2697480" cy="1463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Amarelo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Acácio Paiva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Cafés, pastelarias e restauração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97480" cy="1463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Verde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de Esaguy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Serviços e lojas de bairro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828800"/>
            <a:ext cx="2697480" cy="1463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Laranja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Duro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Comércio criativo e artesanato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6B"/>
                </a:solidFill>
                <a:latin typeface="Calibri"/>
              </a:rPr>
              <a:t>As cores e os focos são sugestões para discutir com os comerciantes.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MONTRAS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montra por rua: as lojas abertas à vista de 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painel ou montra comunitária em cada rua, na zona mais visível a partir da Av. da Igreja.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Mostra os comércios abertos naquele momento, com foto, nome e horário.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Atualização simples (quadro, ecrã ou placa com rotação de cartões).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Mapa do percurso com as quatro ruas e a localização de cada loja.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Pode ser um QR code que leva a uma página online com o mesmo conteúdo.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828800"/>
            <a:ext cx="457200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2011680"/>
            <a:ext cx="41148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Exemplo de cartão de montra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Nome da loja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Rua José Duro, n.º X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Aberto agora · até às 19h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[foto da montra]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se pede aos comerciantes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Participação voluntária, com regras simples e comuns a todos.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Manter a montra arrumada e a loja aberta nas horas anunciadas.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Fornecer foto e horário para o painel da rua.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Aderir à pintura da fachada ou de um elemento de cor (porta, toldo, vaso).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572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Ganho para o comércio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Mais passagem de pessoas que hoje nem sabem que a loja existe.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Campanha conjunta, com custos partilhados e divulgação comum.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Plano faseado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2194560" cy="73152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 · Estudo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Levantamento de lojas, fachadas, pavimento e tráfego em cada rua.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20240"/>
            <a:ext cx="2194560" cy="7315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 · Adesão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Reuniões com comerciantes e moradores; escolha de cores e montras.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1920240"/>
            <a:ext cx="2194560" cy="7315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85816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1F2E"/>
                </a:solidFill>
                <a:latin typeface="Calibri"/>
              </a:rPr>
              <a:t>3 · Licenças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Aprovação técnica e licenciamento junto da CML e serviços competentes.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2944" y="1920240"/>
            <a:ext cx="2194560" cy="7315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0104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 · Execução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Pintura, montagem dos painéis e lançamento com evento de rua.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57232" y="1920240"/>
            <a:ext cx="2194560" cy="7315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 · Avaliação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8672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Contagens, inquéritos e ajuste ao fim de 6 a 12 meses.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6B"/>
                </a:solidFill>
                <a:latin typeface="Calibri"/>
              </a:rPr>
              <a:t>Nota técnica: a pintura de pavimento deve ser antiderrapante, durável e não confundir a sinalização rodoviária. Pode começar por pintura nos passeios ou em troços de baixo tráfego, se a CML o aprovar.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PEDIDO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pedimos à Junta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institucional e articulação com a Câmara Municipal de Lisboa (licenças e pintura).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Cedência ou apoio para a montagem das montras comunitárias.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Divulgação pelos canais da Junta (site, redes sociais, boletim).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financeiro parcial ou comparticipação, a definir após orçamento.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ponto de contacto na Junta para acompanhar o projeto.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828800"/>
            <a:ext cx="411480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Orçamento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[Pintura das 4 ruas: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[4 montras comunitárias: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[Comunicação e evento de lançamento: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Valores a validar com orçamentos reais.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RESULTADOS 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Como medimos o sucesso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37160" cy="1828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pessoas que tiram fotografias ou param nas ruas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37160" cy="182880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Comércio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lojas aderentes e variação de clientes/vendas (inquérito)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37160" cy="182880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Passagem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Contagens de peões na Av. da Igreja e nas entradas das ruas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137160" cy="18288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Satisfação de moradores e comerciantes (inquérito semestral)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Vamos começar por uma rua?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Reunião com a Junta para validar a proposta e o enquadramento.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 com os comerciantes das quatro ruas.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Piloto numa rua (sugestão: José Duro, por ser a mais pequena) antes de avançar para as restantes.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Contactos: [nome] · [email] · [telefone]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2438340" cy="5486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339" y="6309360"/>
            <a:ext cx="2438340" cy="5486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8" y="6309360"/>
            <a:ext cx="2438340" cy="5486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017" y="6309360"/>
            <a:ext cx="2438340" cy="5486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53356" y="6309360"/>
            <a:ext cx="2438340" cy="5486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