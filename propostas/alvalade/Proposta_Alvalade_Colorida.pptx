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original-acacio-pa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69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49742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Millennium bcp: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Cobaia (n.º 19): restaurante mediterrânico, bar e música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Oakberry Açaí (n.º 3F)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Tasco Force (n.º 5D)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The Coffee Alvalade (n.º 14C): em abertura, a confirmar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Quem circula na Av. da Igreja não sabe que a rua tem restauração e serviços a poucos metros da avenida.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original-marquesa-de-alo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7044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60667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Pasta Non Basta (n.º 17B): cozinha italiana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A Triunfante de Alvalade (n.º 18)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 Declive (n.º 22D)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Petisco de Alvalade (n.º 25)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Tasca O Cantinho dos Sabores (n.º 30A)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Mickael Mezdari, pâtisserie francesa (n.º 27C)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 rua é curta e quase sem sinalização; quem passa não percebe que há comércio a poucos metros.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original-jose-d-esag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700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56578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Bankinter: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Alberto Oculista: ótica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Isco Pão e Vinho (n.º 10D): padaria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Yokohama (n.º 3B): restaurante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Pérola do Ceira (n.º 4E): cozinha portuguesa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100 Montaditos (n.º 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As montras existem, mas não são vistas. A rua parece só de passagem, com carros a ocupar o espaço visual.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HOJE · O QUE NÃO SE VÊ DA AV. DA IGREJA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original-jose-d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035040" cy="3693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49498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Fotografia atual (Google Street View,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F1F2E"/>
                </a:solidFill>
                <a:latin typeface="Calibri"/>
              </a:rPr>
              <a:t>Comércio existente, hoje sem 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4028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BPI: agência bancária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O Luís (n.º 29): cozinha portuguesa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MADPIZZA (n.º 25): pizzaria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Do Beco Alvalade (n.º 31A): padaria e brunch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Restaurante Courenses (n.º 25C-D)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F1F2E"/>
                </a:solidFill>
                <a:latin typeface="Calibri"/>
              </a:rPr>
              <a:t>•  Taste Invaders (n.º 22)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5257800"/>
            <a:ext cx="4754880" cy="9144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530352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2E"/>
                </a:solidFill>
                <a:latin typeface="Calibri"/>
              </a:rPr>
              <a:t>A padaria e os restaurantes têm procura de vizinhança, mas nenhum sinal que os anuncie a quem passa.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pic>
        <p:nvPicPr>
          <p:cNvPr id="5" name="Picture 4" descr="rua-marquesa-de-alor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728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7339"/>
            <a:ext cx="3200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701619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azul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azul, uma cor do arco-íris por rua.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Pasta Non Basta  (n.º 17B)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 Triunfante de Alvalade  (n.º 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Petisco de Alvalade  (n.º 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Tasca O Cantinho dos Sabores  (n.º 30A)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Mickael Mezdari  (n.º 27C)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pic>
        <p:nvPicPr>
          <p:cNvPr id="5" name="Picture 4" descr="rua-acacio-pa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3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916"/>
            <a:ext cx="320040" cy="3200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0196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vermelho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vermelho,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Millennium bcp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Cobaia  (n.º 19)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AÇAÍ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Oakberry Açaí  (n.º 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Tasco Force  (n.º 5D)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Coffee Alvalade  (n.º 14C)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pic>
        <p:nvPicPr>
          <p:cNvPr id="5" name="Picture 4" descr="rua-jose-d-esagu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85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43064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97344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verde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PADARIA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Isco Pão e Vinho  (n.º 10D)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Yokohama  (n.º 3B)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Pérola do Ceira  (n.º 4E)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pic>
        <p:nvPicPr>
          <p:cNvPr id="5" name="Picture 4" descr="rua-jose-d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09360" cy="386114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35662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689942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laranja e montra à entrada da rua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 Luís  (n.º 29)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PIZZARIA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MADPIZZA  (n.º 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PADARIA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Do Beco Alvalade  (n.º 31A)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Taste Invaders  (n.º 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Porque é que a cor e as montras trazem visitantes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361188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Identificável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Uma cor por rua torna o percurso fácil de ver e de lembrar. 'A rua vermelha' é uma indicação que toda a gente entende.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828800"/>
            <a:ext cx="361188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F1F2E"/>
                </a:solidFill>
                <a:latin typeface="Calibri"/>
              </a:rPr>
              <a:t>Visível a partir da Av. da Igreja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 cor e a montra à entrada funcionam como convite: quem passa vê que há algo ali, sem precisar de conhecer as lojas.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828800"/>
            <a:ext cx="361188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3246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Autêntica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560320"/>
            <a:ext cx="3611880" cy="26517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32461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de bairro, com restauração, pastelarias e serviços, é uma experiência que as pessoas procuram. A cor mostra essa autenticidade.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Lista de comércios: Junta de Freguesia de Alvalade (2021) e guias online; confirmar no local. Referência: a Rua Nova do Carvalho (Cais do Sodré) mostra o mesmo efeito. Sugerimos medir antes e depois (contagens de peões, inquérito a clientes e vendas dos comerciantes aderentes) para validar os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