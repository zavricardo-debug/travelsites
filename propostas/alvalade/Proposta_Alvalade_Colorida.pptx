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rua-marquesa-de-alorna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de azul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azul, com a identidade da rua.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Pizzaria  [nome a confirmar]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Pastelaria / café  [nome]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rua-acacio-paiva-amar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de amarelo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amarelo,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1F2E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Café / pastelaria  [nome]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rua-jose-d-esaguy-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de verde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  (visível na fachada)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rua-jose-duro-lar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de laranja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Melindre  (visível na fachada)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